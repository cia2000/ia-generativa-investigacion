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7" Type="http://schemas.openxmlformats.org/officeDocument/2006/relationships/viewProps" Target="viewProps.xml" /><Relationship Id="rId1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9" Type="http://schemas.openxmlformats.org/officeDocument/2006/relationships/tableStyles" Target="tableStyles.xml" /><Relationship Id="rId1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Relationship Id="rId2" Type="http://schemas.openxmlformats.org/officeDocument/2006/relationships/image" Target="../media/image1.png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Relationship Id="rId2" Type="http://schemas.openxmlformats.org/officeDocument/2006/relationships/image" Target="../media/image2.pn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Relationship Id="rId2" Type="http://schemas.openxmlformats.org/officeDocument/2006/relationships/image" Target="../media/image3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Relationship Id="rId2" Type="http://schemas.openxmlformats.org/officeDocument/2006/relationships/image" Target="../media/image4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Relationship Id="rId2" Type="http://schemas.openxmlformats.org/officeDocument/2006/relationships/image" Target="../media/image5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Relationship Id="rId2" Type="http://schemas.openxmlformats.org/officeDocument/2006/relationships/image" Target="../media/image6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Relationship Id="rId2" Type="http://schemas.openxmlformats.org/officeDocument/2006/relationships/image" Target="../media/image7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Relationship Id="rId2" Type="http://schemas.openxmlformats.org/officeDocument/2006/relationships/image" Target="../media/image8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Relationship Id="rId2" Type="http://schemas.openxmlformats.org/officeDocument/2006/relationships/image" Target="../media/image9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Relationship Id="rId2" Type="http://schemas.openxmlformats.org/officeDocument/2006/relationships/image" Target="../media/image10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Relationship Id="rId2" Type="http://schemas.openxmlformats.org/officeDocument/2006/relationships/image" Target="../media/image11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Relationship Id="rId2" Type="http://schemas.openxmlformats.org/officeDocument/2006/relationships/image" Target="../media/image12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Relationship Id="rId2" Type="http://schemas.openxmlformats.org/officeDocument/2006/relationships/image" Target="../media/image13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Relationship Id="rId2" Type="http://schemas.openxmlformats.org/officeDocument/2006/relationships/image" Target="../media/image14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0" b="0"/>
          </a:stretch>
        </a:blipFill>
        <a:effects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0" b="0"/>
          </a:stretch>
        </a:blipFill>
        <a:effects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0" b="0"/>
          </a:stretch>
        </a:blipFill>
        <a:effects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0" b="0"/>
          </a:stretch>
        </a:blipFill>
        <a:effects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0" b="0"/>
          </a:stretch>
        </a:blipFill>
        <a:effects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0" b="0"/>
          </a:stretch>
        </a:blipFill>
        <a:effects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0" b="0"/>
          </a:stretch>
        </a:blipFill>
        <a:effects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0" b="0"/>
          </a:stretch>
        </a:blipFill>
        <a:effects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0" b="0"/>
          </a:stretch>
        </a:blipFill>
        <a:effects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0" b="0"/>
          </a:stretch>
        </a:blipFill>
        <a:effects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0" b="0"/>
          </a:stretch>
        </a:blipFill>
        <a:effects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0" b="0"/>
          </a:stretch>
        </a:blipFill>
        <a:effects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0" b="0"/>
          </a:stretch>
        </a:blipFill>
        <a:effects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0" b="0"/>
          </a:stretch>
        </a:blipFill>
        <a:effects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2026-10-01T22:56:06Z</dcterms:created>
  <dcterms:modified xsi:type="dcterms:W3CDTF">2026-10-01T22:56:06Z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spectratio">
    <vt:lpwstr>169</vt:lpwstr>
  </property>
</Properties>
</file>